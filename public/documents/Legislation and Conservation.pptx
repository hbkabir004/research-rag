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6" r:id="rId4"/>
    <p:sldId id="264" r:id="rId5"/>
    <p:sldId id="265" r:id="rId6"/>
    <p:sldId id="258" r:id="rId7"/>
    <p:sldId id="267" r:id="rId8"/>
    <p:sldId id="268" r:id="rId9"/>
    <p:sldId id="261" r:id="rId10"/>
    <p:sldId id="274" r:id="rId11"/>
    <p:sldId id="27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9E6FF-401C-4C52-A369-5015378BCC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C14D-353C-4525-B3C2-C6E0BF71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7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9E6FF-401C-4C52-A369-5015378BCC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C14D-353C-4525-B3C2-C6E0BF71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96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9E6FF-401C-4C52-A369-5015378BCC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C14D-353C-4525-B3C2-C6E0BF71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6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9E6FF-401C-4C52-A369-5015378BCC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C14D-353C-4525-B3C2-C6E0BF71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7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9E6FF-401C-4C52-A369-5015378BCC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C14D-353C-4525-B3C2-C6E0BF71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85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9E6FF-401C-4C52-A369-5015378BCC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C14D-353C-4525-B3C2-C6E0BF71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6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9E6FF-401C-4C52-A369-5015378BCC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C14D-353C-4525-B3C2-C6E0BF71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67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9E6FF-401C-4C52-A369-5015378BCC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C14D-353C-4525-B3C2-C6E0BF71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7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9E6FF-401C-4C52-A369-5015378BCC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C14D-353C-4525-B3C2-C6E0BF71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89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9E6FF-401C-4C52-A369-5015378BCC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C14D-353C-4525-B3C2-C6E0BF71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49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9E6FF-401C-4C52-A369-5015378BCC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C14D-353C-4525-B3C2-C6E0BF71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87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9E6FF-401C-4C52-A369-5015378BCCF7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BC14D-353C-4525-B3C2-C6E0BF71A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64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470025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Legislation and Conservation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6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Legislation and Conservation: Legal framework for conservation</a:t>
            </a:r>
            <a:endParaRPr lang="en-US" sz="3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Protection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and Conservation of Fish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Act, 1950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Protection and Conservation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of Fish (Amendment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)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Ordinance, 1982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he Protection and Conservation of Fish (Amendment) Act,1995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The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Protection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and Conservation of Fish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Rules, 1985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Tanks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Improvement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Act, 1939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Bangladesh Fisheries Development Corporation Act, 1973</a:t>
            </a:r>
          </a:p>
          <a:p>
            <a:pPr>
              <a:buFont typeface="Wingdings" pitchFamily="2" charset="2"/>
              <a:buChar char="§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16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Legal framework for conservation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Marine Fisheries Ordinance, 1983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Marine Fisheries Rules, 1983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Marine Fisheries Rules, 2023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Marine Fisheries Act, 2020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The Territorial Waters and Maritime Zones Act, 1974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The Territorial Waters and Maritime Zones Rules, 1977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National Fisheries Policy, 1998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39334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Legal framework for conservation</a:t>
            </a:r>
            <a:endParaRPr lang="en-US" dirty="0"/>
          </a:p>
        </p:txBody>
      </p:sp>
      <p:pic>
        <p:nvPicPr>
          <p:cNvPr id="2050" name="Picture 2" descr="C:\Users\ufobc\OneDrive\Desktop\Capture.P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2"/>
          <a:stretch/>
        </p:blipFill>
        <p:spPr bwMode="auto">
          <a:xfrm>
            <a:off x="152400" y="1676400"/>
            <a:ext cx="8849035" cy="453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480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Legal framework for conservation</a:t>
            </a:r>
            <a:endParaRPr lang="en-US" dirty="0"/>
          </a:p>
        </p:txBody>
      </p:sp>
      <p:pic>
        <p:nvPicPr>
          <p:cNvPr id="3074" name="Picture 2" descr="C:\Users\ufobc\OneDrive\Desktop\Capture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407487" cy="464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29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fobc\OneDrive\Desktop\Capture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1000"/>
            <a:ext cx="7655454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05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ufobc\OneDrive\Desktop\Capture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57200"/>
            <a:ext cx="5334000" cy="559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789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ufobc\OneDrive\Desktop\Capture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600"/>
            <a:ext cx="7848600" cy="613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96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fobc\OneDrive\Desktop\4.2 Fisheries management and conservation\FMC My Slide\English\Inland\Sakar Fish Leaflet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09600"/>
            <a:ext cx="4267200" cy="5522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663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ufobc\Downloads\363316298_2566492346843925_2874472195451456191_n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57200"/>
            <a:ext cx="5963685" cy="6052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173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fobc\OneDrive\Desktop\Capture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64688"/>
            <a:ext cx="7467600" cy="583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57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118</Words>
  <Application>Microsoft Office PowerPoint</Application>
  <PresentationFormat>On-screen Show (4:3)</PresentationFormat>
  <Paragraphs>18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Legislation and Conservation</vt:lpstr>
      <vt:lpstr>Legislation and Conservation: Legal framework for conservation</vt:lpstr>
      <vt:lpstr>Legal framework for conservation</vt:lpstr>
      <vt:lpstr>Legal framework for conservation</vt:lpstr>
      <vt:lpstr>Legal framework for conservation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Legislation and Conservation</dc:title>
  <dc:creator>Windows User</dc:creator>
  <cp:lastModifiedBy>Sharmin Aktar</cp:lastModifiedBy>
  <cp:revision>31</cp:revision>
  <dcterms:created xsi:type="dcterms:W3CDTF">2023-07-26T13:13:11Z</dcterms:created>
  <dcterms:modified xsi:type="dcterms:W3CDTF">2025-08-19T05:02:37Z</dcterms:modified>
</cp:coreProperties>
</file>